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[YOUR 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{{project_name}}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Angebot für {{customer_name}}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{{offer_date}}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66CC"/>
                </a:solidFill>
              </a:defRPr>
            </a:pPr>
            <a:r>
              <a:t>Projekt</a:t>
            </a:r>
          </a:p>
          <a:p>
            <a:pPr>
              <a:spcAft>
                <a:spcPts val="2000"/>
              </a:spcAft>
              <a:defRPr sz="1600"/>
            </a:pPr>
            <a:r>
              <a:t>{{project_description}}</a:t>
            </a:r>
          </a:p>
          <a:p>
            <a:pPr>
              <a:spcAft>
                <a:spcPts val="1000"/>
              </a:spcAft>
              <a:defRPr sz="2400" b="1">
                <a:solidFill>
                  <a:srgbClr val="0066CC"/>
                </a:solidFill>
              </a:defRPr>
            </a:pPr>
            <a:r>
              <a:t>Key Facts</a:t>
            </a:r>
          </a:p>
          <a:p>
            <a:pPr>
              <a:defRPr sz="1600"/>
            </a:pPr>
            <a:r>
              <a:t>• Dauer: {{duration_months}} Monate</a:t>
            </a:r>
          </a:p>
          <a:p>
            <a:pPr>
              <a:defRPr sz="1600"/>
            </a:pPr>
            <a:r>
              <a:t>• Start: {{start_date}}</a:t>
            </a:r>
          </a:p>
          <a:p>
            <a:pPr>
              <a:defRPr sz="1600"/>
            </a:pPr>
            <a:r>
              <a:t>• Team: {{team_size}} Personen</a:t>
            </a:r>
          </a:p>
          <a:p>
            <a:pPr>
              <a:defRPr sz="1600"/>
            </a:pPr>
            <a:r>
              <a:t>• Investition: {{total_price}} 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Team Zusammensetzung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{{TEAM_TABLE}}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Projekt Zeitplan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{{TIMELINE_CHART}}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Budget Verteilung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{{BUDGET_CHART}}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Preiskalkulation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{{PRICING_TABLE}}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1. Angebot prüfen und Feedback geben</a:t>
            </a:r>
          </a:p>
          <a:p>
            <a:pPr>
              <a:spcAft>
                <a:spcPts val="2000"/>
              </a:spcAft>
              <a:defRPr sz="2200"/>
            </a:pPr>
            <a:r>
              <a:t>2. Kick-off Meeting vereinbaren</a:t>
            </a:r>
          </a:p>
          <a:p>
            <a:pPr>
              <a:spcAft>
                <a:spcPts val="2000"/>
              </a:spcAft>
              <a:defRPr sz="2200"/>
            </a:pPr>
            <a:r>
              <a:t>3. Vertrag unterschreiben</a:t>
            </a:r>
          </a:p>
          <a:p>
            <a:pPr>
              <a:spcAft>
                <a:spcPts val="2000"/>
              </a:spcAft>
              <a:defRPr sz="2200"/>
            </a:pPr>
            <a:r>
              <a:t>4. Projekt Start: {{start_date}}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Kontakt</a:t>
            </a:r>
          </a:p>
          <a:p>
            <a:pPr>
              <a:defRPr sz="1400"/>
            </a:pPr>
            <a:r>
              <a:t>Bei Fragen stehen wir Ihnen gerne zur Verfügung.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